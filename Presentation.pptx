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57" r:id="rId4"/>
    <p:sldId id="259" r:id="rId5"/>
    <p:sldId id="258" r:id="rId6"/>
    <p:sldId id="263" r:id="rId7"/>
    <p:sldId id="262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24"/>
  </p:normalViewPr>
  <p:slideViewPr>
    <p:cSldViewPr snapToGrid="0" snapToObjects="1">
      <p:cViewPr varScale="1">
        <p:scale>
          <a:sx n="106" d="100"/>
          <a:sy n="106" d="100"/>
        </p:scale>
        <p:origin x="7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94C85-C732-EE44-A43E-F701F447DC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AB07F0-3DB8-4646-ABC6-43F62ACFE0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6FC5E0-0F18-5240-9E85-AAD3EB682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6F204-7F95-BA4A-8B5F-1AA1D71CB7AB}" type="datetimeFigureOut">
              <a:rPr lang="en-US" smtClean="0"/>
              <a:t>8/20/21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6D33B3-CFDF-2A42-A231-86132EC00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3D177-8057-1C40-9F65-8755079D2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B16F7-4B0C-C54E-951D-9DA321279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389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85083-CEF0-8940-A2A7-95E80ABC5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56954-59EB-5343-9E5C-0F7245B83C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064B6-EBF7-AA46-BEE5-8EA7209B9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6F204-7F95-BA4A-8B5F-1AA1D71CB7AB}" type="datetimeFigureOut">
              <a:rPr lang="en-US" smtClean="0"/>
              <a:t>8/20/21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F5CBF-313B-4C45-A7FE-0EC27435E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C8645-C7B4-BE4A-8A8F-35014E21B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B16F7-4B0C-C54E-951D-9DA321279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21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42701-396B-2442-8AA9-3B55A7C08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F4F11A-C324-1C42-A60E-032554F1BF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2C234-7363-6C43-AE82-9351FD9BE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6F204-7F95-BA4A-8B5F-1AA1D71CB7AB}" type="datetimeFigureOut">
              <a:rPr lang="en-US" smtClean="0"/>
              <a:t>8/20/21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C50E5-B7C7-AA45-8A27-9EDA9E86E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0B11D-E2BF-4145-9330-00319A96B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B16F7-4B0C-C54E-951D-9DA321279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523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AD54C-6A13-3B42-9EEB-23C3AA86A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31755-0239-3543-9889-8B9A6BA395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AC0161-03BA-614F-8947-ADDD7AB703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E5C89C-AB6E-3648-A29E-448547F21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6F204-7F95-BA4A-8B5F-1AA1D71CB7AB}" type="datetimeFigureOut">
              <a:rPr lang="en-US" smtClean="0"/>
              <a:t>8/20/21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9C047D-2F29-9849-B8C9-2D29A9FB0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0DC719-A0B8-DB40-8DA4-7E598EECD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B16F7-4B0C-C54E-951D-9DA321279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980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4E7D0-FF73-C04A-AD2E-89A1E8C60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7B1772-F506-7E4A-8846-53D20E448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7FA2C5-E9B5-054B-ACD5-6D9D3972FE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A2E553-8DDE-754E-88E8-96EA83481D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514411-EEF9-8243-9FC6-45599834F9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909D78-2395-F44E-8A4B-741079AC9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6F204-7F95-BA4A-8B5F-1AA1D71CB7AB}" type="datetimeFigureOut">
              <a:rPr lang="en-US" smtClean="0"/>
              <a:t>8/20/21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43A4BF-6076-0A49-B9CA-A907B6F82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D3A218-8624-D94C-B9CC-AA6E42789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B16F7-4B0C-C54E-951D-9DA321279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64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29793-8D05-1941-9193-ED1334479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3CF59B-7136-2244-B973-DBD59C583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6F204-7F95-BA4A-8B5F-1AA1D71CB7AB}" type="datetimeFigureOut">
              <a:rPr lang="en-US" smtClean="0"/>
              <a:t>8/20/21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869511-BD61-BF43-93AE-DAB7099E8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7E6F81-C137-4E49-BB9A-ADE743C25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B16F7-4B0C-C54E-951D-9DA321279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932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669172-5441-B64E-9DB8-5D78B36CF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6F204-7F95-BA4A-8B5F-1AA1D71CB7AB}" type="datetimeFigureOut">
              <a:rPr lang="en-US" smtClean="0"/>
              <a:t>8/20/21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F4DB6D-E011-E349-B050-D1BA85380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801F4-6647-3342-8043-4AB0F3552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B16F7-4B0C-C54E-951D-9DA321279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388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1BC71-7A8E-664A-8D53-4130B1F61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3F778-D8E8-9140-AF4C-76DE766FB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50418F-BE5E-3F45-99F8-33990C2BAD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ABB074-7BB9-2547-BBAA-2E0B49670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6F204-7F95-BA4A-8B5F-1AA1D71CB7AB}" type="datetimeFigureOut">
              <a:rPr lang="en-US" smtClean="0"/>
              <a:t>8/20/21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9DF5B3-9CD5-0A41-BBE1-7ACE5DFC9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6AA1F9-B764-7744-A3DA-F03A9AD96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B16F7-4B0C-C54E-951D-9DA321279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98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E148A-A449-D94A-97AE-A98D03A02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77D861-C747-BA48-9BE3-71101DF3A3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26B535-4045-DC41-83BA-2B82FD66D6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9CEDBC-B53F-EF44-9767-852D516B3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6F204-7F95-BA4A-8B5F-1AA1D71CB7AB}" type="datetimeFigureOut">
              <a:rPr lang="en-US" smtClean="0"/>
              <a:t>8/20/21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6FC98A-A796-5144-9A6F-5D374AD05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58BB2F-5732-044A-B344-BFDBA003F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B16F7-4B0C-C54E-951D-9DA321279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41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75A06-9C81-BC49-900E-5BFB7EFBD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A3269E-93EC-6847-B7DF-134F046CB1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18C6F-FAA4-F545-80D3-C538C4D91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6F204-7F95-BA4A-8B5F-1AA1D71CB7AB}" type="datetimeFigureOut">
              <a:rPr lang="en-US" smtClean="0"/>
              <a:t>8/20/21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45F19-F9E9-EC4B-8943-70F5D31E0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7473D-55C5-8140-B030-5FC0F227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B16F7-4B0C-C54E-951D-9DA321279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39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5F82B8-B51F-ED4B-9D2C-54FDEE6BFC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DA23D-B5DE-8540-8B5D-1948A13D64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B3EB9B-9F10-4E41-89AF-AE5F69724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6F204-7F95-BA4A-8B5F-1AA1D71CB7AB}" type="datetimeFigureOut">
              <a:rPr lang="en-US" smtClean="0"/>
              <a:t>8/20/21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6045C4-1390-8B4B-AC6F-8832F30A5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77CAAD-6180-7A46-A645-DDC2C573F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B16F7-4B0C-C54E-951D-9DA321279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748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F190F1-F404-0645-96C0-71FCE213F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2EFF7-6A0A-A241-A8F5-81C062B004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47F66-9A1B-664B-BB9E-BD5C48FF8D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56F204-7F95-BA4A-8B5F-1AA1D71CB7AB}" type="datetimeFigureOut">
              <a:rPr lang="en-US" smtClean="0"/>
              <a:t>8/20/21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FED9C-E676-2849-9270-2C57972B8F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47CE2-678D-824F-9011-4704ADA72C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7B16F7-4B0C-C54E-951D-9DA321279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06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EC18C-A40F-E545-A34A-ACC03CC614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8000" dirty="0"/>
              <a:t>Sudoku Solver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494785-B515-BD41-823D-D4B0B7B153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Dongze</a:t>
            </a:r>
            <a:r>
              <a:rPr lang="en-US" dirty="0"/>
              <a:t> Li</a:t>
            </a:r>
          </a:p>
        </p:txBody>
      </p:sp>
    </p:spTree>
    <p:extLst>
      <p:ext uri="{BB962C8B-B14F-4D97-AF65-F5344CB8AC3E}">
        <p14:creationId xmlns:p14="http://schemas.microsoft.com/office/powerpoint/2010/main" val="3541468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1AD13-4E2C-8A4D-B037-A67CCEFA3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59DD8-222E-664F-9D11-6E3151493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What is a Sudoku?</a:t>
            </a:r>
          </a:p>
          <a:p>
            <a:r>
              <a:rPr lang="en-US" dirty="0"/>
              <a:t>2. Why I implemented a Sudoku Solver?</a:t>
            </a:r>
          </a:p>
          <a:p>
            <a:r>
              <a:rPr lang="en-US" dirty="0"/>
              <a:t>3. How I implemented the Sudoku Solver?  </a:t>
            </a:r>
          </a:p>
        </p:txBody>
      </p:sp>
    </p:spTree>
    <p:extLst>
      <p:ext uri="{BB962C8B-B14F-4D97-AF65-F5344CB8AC3E}">
        <p14:creationId xmlns:p14="http://schemas.microsoft.com/office/powerpoint/2010/main" val="1788668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6140C-01F4-714E-ACB7-C97C56C00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Sudoku?</a:t>
            </a:r>
          </a:p>
        </p:txBody>
      </p:sp>
      <p:pic>
        <p:nvPicPr>
          <p:cNvPr id="1030" name="Picture 6" descr="Lazycat&amp;#39;s World: “瘋”數獨">
            <a:extLst>
              <a:ext uri="{FF2B5EF4-FFF2-40B4-BE49-F238E27FC236}">
                <a16:creationId xmlns:a16="http://schemas.microsoft.com/office/drawing/2014/main" id="{6B3B0473-27C1-F340-98E9-B251D8498C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6625" y="0"/>
            <a:ext cx="40671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udoku Grid">
            <a:extLst>
              <a:ext uri="{FF2B5EF4-FFF2-40B4-BE49-F238E27FC236}">
                <a16:creationId xmlns:a16="http://schemas.microsoft.com/office/drawing/2014/main" id="{F515770A-D20F-684A-879C-5ED6722DFD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2575" y="1690688"/>
            <a:ext cx="3576638" cy="3666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3478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859A5-0893-F846-A2D7-AB008E8FE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 implemented a Sudoku Solver?</a:t>
            </a:r>
          </a:p>
        </p:txBody>
      </p:sp>
      <p:pic>
        <p:nvPicPr>
          <p:cNvPr id="3074" name="Picture 2" descr="最难级数独益智游戏——免费在线玩专家级数独游戏">
            <a:extLst>
              <a:ext uri="{FF2B5EF4-FFF2-40B4-BE49-F238E27FC236}">
                <a16:creationId xmlns:a16="http://schemas.microsoft.com/office/drawing/2014/main" id="{A34C113D-A4F8-1943-8835-407DC619FED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2248693"/>
            <a:ext cx="10827543" cy="3609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0970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89526-363E-7D41-8E85-5B10C1DE3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 implemented the Sudoku Solver?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94BC54-4752-3E42-BC50-1E02071662C8}"/>
              </a:ext>
            </a:extLst>
          </p:cNvPr>
          <p:cNvSpPr txBox="1"/>
          <p:nvPr/>
        </p:nvSpPr>
        <p:spPr>
          <a:xfrm>
            <a:off x="838200" y="3352949"/>
            <a:ext cx="44057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Algorithm X</a:t>
            </a:r>
          </a:p>
        </p:txBody>
      </p:sp>
      <p:pic>
        <p:nvPicPr>
          <p:cNvPr id="2050" name="Picture 2" descr="Donald Knuth: Algorithms, Complexity, and The Art of Computer Programming |  Lex Fridman Podcast #62 - YouTube">
            <a:extLst>
              <a:ext uri="{FF2B5EF4-FFF2-40B4-BE49-F238E27FC236}">
                <a16:creationId xmlns:a16="http://schemas.microsoft.com/office/drawing/2014/main" id="{563DAC4B-5A2A-7B44-ADFA-7E69DC1DF2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3522" y="1690688"/>
            <a:ext cx="5869902" cy="3306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EE2A5AA-5C13-064A-84C0-20BA7128EB62}"/>
              </a:ext>
            </a:extLst>
          </p:cNvPr>
          <p:cNvSpPr/>
          <p:nvPr/>
        </p:nvSpPr>
        <p:spPr>
          <a:xfrm>
            <a:off x="838200" y="4146575"/>
            <a:ext cx="22271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Dancing links </a:t>
            </a:r>
            <a:endParaRPr lang="en-US" sz="28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C7E0E6-1A36-E44F-A329-6BECE05BF235}"/>
              </a:ext>
            </a:extLst>
          </p:cNvPr>
          <p:cNvSpPr/>
          <p:nvPr/>
        </p:nvSpPr>
        <p:spPr>
          <a:xfrm>
            <a:off x="813924" y="1970109"/>
            <a:ext cx="114807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/>
              <a:t>DLX: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244252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Initial setup of the Dancing Links matrix for the 2×2 Latin square.">
            <a:extLst>
              <a:ext uri="{FF2B5EF4-FFF2-40B4-BE49-F238E27FC236}">
                <a16:creationId xmlns:a16="http://schemas.microsoft.com/office/drawing/2014/main" id="{D22A96E0-21D7-4544-A63F-39B5542ABB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6060" y="745115"/>
            <a:ext cx="6235700" cy="464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8936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4F74E-DA01-154B-8EE6-D3F7B8FF4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 implemented the Sudoku Solver?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1EB55B-80B8-D84D-950D-BD11E3F14A98}"/>
              </a:ext>
            </a:extLst>
          </p:cNvPr>
          <p:cNvSpPr txBox="1"/>
          <p:nvPr/>
        </p:nvSpPr>
        <p:spPr>
          <a:xfrm>
            <a:off x="3175658" y="1645478"/>
            <a:ext cx="838202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800" dirty="0"/>
              <a:t>DLX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AC5C3D-F96A-0C47-ABC7-0C021FA3CF43}"/>
              </a:ext>
            </a:extLst>
          </p:cNvPr>
          <p:cNvSpPr txBox="1"/>
          <p:nvPr/>
        </p:nvSpPr>
        <p:spPr>
          <a:xfrm>
            <a:off x="3175657" y="4095259"/>
            <a:ext cx="2453247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400" dirty="0" err="1"/>
              <a:t>SudokuCommon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4F37B0-5DB3-0D46-A770-3D4F393642C4}"/>
              </a:ext>
            </a:extLst>
          </p:cNvPr>
          <p:cNvSpPr txBox="1"/>
          <p:nvPr/>
        </p:nvSpPr>
        <p:spPr>
          <a:xfrm>
            <a:off x="3175658" y="3244334"/>
            <a:ext cx="1823853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400" dirty="0" err="1"/>
              <a:t>SudokuView</a:t>
            </a:r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0A1889-ADF6-FE40-99B5-797B49F0546B}"/>
              </a:ext>
            </a:extLst>
          </p:cNvPr>
          <p:cNvSpPr txBox="1"/>
          <p:nvPr/>
        </p:nvSpPr>
        <p:spPr>
          <a:xfrm>
            <a:off x="3175658" y="2393409"/>
            <a:ext cx="1954482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400" dirty="0" err="1"/>
              <a:t>SudokuModel</a:t>
            </a:r>
            <a:endParaRPr lang="en-US" sz="2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178CC8-9FC5-5C49-9B2F-CC25174211A3}"/>
              </a:ext>
            </a:extLst>
          </p:cNvPr>
          <p:cNvSpPr/>
          <p:nvPr/>
        </p:nvSpPr>
        <p:spPr>
          <a:xfrm>
            <a:off x="1359442" y="1880342"/>
            <a:ext cx="134017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/>
              <a:t>MVC: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002912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60A64-1415-3745-A6D1-7761CBA67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77052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192542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71</Words>
  <Application>Microsoft Macintosh PowerPoint</Application>
  <PresentationFormat>Widescreen</PresentationFormat>
  <Paragraphs>19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Sudoku Solver</vt:lpstr>
      <vt:lpstr>Contents</vt:lpstr>
      <vt:lpstr>What is a Sudoku?</vt:lpstr>
      <vt:lpstr>Why I implemented a Sudoku Solver?</vt:lpstr>
      <vt:lpstr>How I implemented the Sudoku Solver?</vt:lpstr>
      <vt:lpstr>PowerPoint Presentation</vt:lpstr>
      <vt:lpstr>How I implemented the Sudoku Solver?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Sudoku Solver</dc:title>
  <dc:creator>Dongze Li</dc:creator>
  <cp:lastModifiedBy>Dongze Li</cp:lastModifiedBy>
  <cp:revision>1</cp:revision>
  <dcterms:created xsi:type="dcterms:W3CDTF">2021-08-21T01:55:48Z</dcterms:created>
  <dcterms:modified xsi:type="dcterms:W3CDTF">2021-08-21T06:15:56Z</dcterms:modified>
</cp:coreProperties>
</file>